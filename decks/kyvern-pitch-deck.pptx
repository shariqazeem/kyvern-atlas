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82880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0A0A0A"/>
                </a:solidFill>
                <a:latin typeface="Bricolage Grotesque"/>
              </a:rPr>
              <a:t>Kyvern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1">
                <a:solidFill>
                  <a:srgbClr val="1F2937"/>
                </a:solidFill>
                <a:latin typeface="Bricolage Grotesque"/>
              </a:rPr>
              <a:t>Solana's policy layer for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PER-AGENT WALLETS · ENFORCED ON-CHAIN BEFORE A DOLLAR MOVES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534924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A0A0A0"/>
                </a:solidFill>
                <a:latin typeface="JetBrains Mono"/>
              </a:rPr>
              <a:t>LIVE ON SOLANA DEVNET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28193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JetBrains Mono"/>
              </a:rPr>
              <a:t>39d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2764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live uptime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523" y="5760720"/>
            <a:ext cx="28193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JetBrains Mono"/>
              </a:rPr>
              <a:t>17,339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523" y="632764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agent attempts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5760720"/>
            <a:ext cx="28193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JetBrains Mono"/>
              </a:rPr>
              <a:t>6,905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632764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blocked on-chain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171" y="5760720"/>
            <a:ext cx="28193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A0A0A"/>
                </a:solidFill>
                <a:latin typeface="JetBrains Mono"/>
              </a:rPr>
              <a:t>$0.00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171" y="6327648"/>
            <a:ext cx="281932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SLIDE 02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0A0A0A"/>
                </a:solidFill>
                <a:latin typeface="Bricolage Grotesque"/>
              </a:rPr>
              <a:t>Every AI agent that touches
money today uses
somebody's keys.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6B6B6B"/>
                </a:solidFill>
                <a:latin typeface="Inter"/>
              </a:rPr>
              <a:t>One bad inference. One prompt injection. One runaway loop.
Your wallet is empty.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SLIDE 03 ·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0A0A0A"/>
                </a:solidFill>
                <a:latin typeface="Bricolage Grotesque"/>
              </a:rPr>
              <a:t>Kyvern gives your agent
a Visa with a daily cap.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BUDGETS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348477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B6B"/>
                </a:solidFill>
                <a:latin typeface="Inter"/>
              </a:rPr>
              <a:t>Per-tx, daily, weekly USDC caps.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42519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ALLOWLISTS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4663440"/>
            <a:ext cx="348477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B6B"/>
                </a:solidFill>
                <a:latin typeface="Inter"/>
              </a:rPr>
              <a:t>Pre-approved merchants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5396" y="42519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KILL 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396" y="4663440"/>
            <a:ext cx="348477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B6B"/>
                </a:solidFill>
                <a:latin typeface="Inter"/>
              </a:rPr>
              <a:t>One tap. Agent stops. On-chain.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544068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Inter"/>
              </a:rPr>
              <a:t>Enforced on Solana by two programs composed atomically — Kyvern policy + Squads v4. The chain is the arbiter. Not our server.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3774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A0A0A0"/>
                </a:solidFill>
                <a:latin typeface="JetBrains Mono"/>
              </a:rPr>
              <a:t>SLIDE 04 ·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200" b="1" i="0">
                <a:solidFill>
                  <a:srgbClr val="0A0A0A"/>
                </a:solidFill>
                <a:latin typeface="Bricolage Grotesque"/>
              </a:rPr>
              <a:t>→ kyvernlabs.com /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1">
                <a:solidFill>
                  <a:srgbClr val="6B6B6B"/>
                </a:solidFill>
                <a:latin typeface="Inter"/>
              </a:rPr>
              <a:t>Let me show you instead of telling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01 · Run prediction agent (ParallaxPay)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0468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02 · Try $5 over-cap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97296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03 · Open Developer mode (live SDK events)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SLIDE 05 ·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A0A0A"/>
                </a:solidFill>
                <a:latin typeface="Bricolage Grotesque"/>
              </a:rPr>
              <a:t>Three pieces. Four lines of code. Four hundred milliseconds.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357621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0A0A0"/>
                </a:solidFill>
                <a:latin typeface="JetBrains Mono"/>
              </a:rPr>
              <a:t>01 · YOUR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11880"/>
            <a:ext cx="311901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A0A0A"/>
                </a:solidFill>
                <a:latin typeface="JetBrains Mono"/>
              </a:rPr>
              <a:t>vault.pay({
  merchant,
  amount,
  memo,
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2920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Four lines of SDK. Drop into LangChain, Eliza, Claude Agent SDK.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2926080"/>
            <a:ext cx="357621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338" y="31546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0A0A0"/>
                </a:solidFill>
                <a:latin typeface="JetBrains Mono"/>
              </a:rPr>
              <a:t>02 · KYVERN ON-CHAIN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3611880"/>
            <a:ext cx="311901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A0A0A"/>
                </a:solidFill>
                <a:latin typeface="JetBrains Mono"/>
              </a:rPr>
              <a:t>PpmZ…MSqc
rules.check(
  budget · allowlist
  velocity · memo
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502920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Refuses on-chain. Real failure code. Real signature. Real Explorer link.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926080"/>
            <a:ext cx="3576218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6876" y="3154680"/>
            <a:ext cx="311901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0A0A0"/>
                </a:solidFill>
                <a:latin typeface="JetBrains Mono"/>
              </a:rPr>
              <a:t>03 · SQUADS SETTLES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876" y="3611880"/>
            <a:ext cx="311901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A0A0A"/>
                </a:solidFill>
                <a:latin typeface="JetBrains Mono"/>
              </a:rPr>
              <a:t>SQDS4ep…pCf
spending_limit_use
  → moves USDC
  (or reverts)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5029200"/>
            <a:ext cx="311901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Audited by Trail of Bits, OtterSec, Neodyme. Secures $10B+ on Solana.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585216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6B6B6B"/>
                </a:solidFill>
                <a:latin typeface="Inter"/>
              </a:rPr>
              <a:t>Atomic CPI. Either rejects → entire tx reverts. No partial state. No off-chain trust.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SLIDE 06 · LIVE +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A0A0A"/>
                </a:solidFill>
                <a:latin typeface="Bricolage Grotesque"/>
              </a:rPr>
              <a:t>Shipped. Not promised.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0A0A0"/>
                </a:solidFill>
                <a:latin typeface="JetBrains Mono"/>
              </a:rPr>
              <a:t>WHAT'S LIVE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4825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A0A0A"/>
                </a:solidFill>
                <a:latin typeface="JetBrains Mono"/>
              </a:rPr>
              <a:t>39d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7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Atlas uptime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2676" y="3017520"/>
            <a:ext cx="24825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A0A0A"/>
                </a:solidFill>
                <a:latin typeface="JetBrains Mono"/>
              </a:rPr>
              <a:t>17,339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2676" y="3611879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agent attempts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24825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A0A0A"/>
                </a:solidFill>
                <a:latin typeface="JetBrains Mono"/>
              </a:rPr>
              <a:t>6,905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blocked on-chain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2676" y="3977639"/>
            <a:ext cx="24825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A0A0A"/>
                </a:solidFill>
                <a:latin typeface="JetBrains Mono"/>
              </a:rPr>
              <a:t>$0.00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2676" y="457200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A0A0A0"/>
                </a:solidFill>
                <a:latin typeface="JetBrains Mono"/>
              </a:rPr>
              <a:t>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53309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✓  @kyvernlabs/sdk live on npm — 4 lines, 3 framework adapters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59"/>
            <a:ext cx="53309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✓  ParallaxPay agent integrated — third-party, real x402 origin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79"/>
            <a:ext cx="53309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Inter"/>
              </a:rPr>
              <a:t>✓  Policy program deployed: PpmZErWfT5zpeo1fJtTbpqezFGbRUamaNNRWViaMSqc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A0A0A0"/>
                </a:solidFill>
                <a:latin typeface="JetBrains Mono"/>
              </a:rPr>
              <a:t>WHAT'S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01752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Inter"/>
              </a:rPr>
              <a:t>Per-agent policy layer on devnet ·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14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11480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Inter"/>
              </a:rPr>
              <a:t>Mainnet · Kyvern Shield · 100 paid builders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12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521208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Inter"/>
              </a:rPr>
              <a:t>Kyvern Device — hardware where your agent lives · agent playground (every agent pays every agent via x402) · closed-loop AI economy.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35508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095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Shariq Shaukat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yvernlabs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095" y="31089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94944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0A0A0"/>
                </a:solidFill>
                <a:latin typeface="JetBrains Mono"/>
              </a:rPr>
              <a:t>SLIDE 07 ·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200" b="1" i="0">
                <a:solidFill>
                  <a:srgbClr val="0A0A0A"/>
                </a:solidFill>
                <a:latin typeface="Bricolage Grotesque"/>
              </a:rPr>
              <a:t>Build with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JetBrains Mono"/>
              </a:rPr>
              <a:t>BUILDERS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3484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F2937"/>
                </a:solidFill>
                <a:latin typeface="Inter"/>
              </a:rPr>
              <a:t>Integrate the SDK. Ship an agent under Kyvern policy.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6298" y="33375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JetBrains Mono"/>
              </a:rPr>
              <a:t>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6298" y="3794760"/>
            <a:ext cx="3484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F2937"/>
                </a:solidFill>
                <a:latin typeface="Inter"/>
              </a:rPr>
              <a:t>KAST, pay.sh, Solana ecosystem teams — let's talk integrations.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5396" y="3337560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A0A0A"/>
                </a:solidFill>
                <a:latin typeface="JetBrains Mono"/>
              </a:rPr>
              <a:t>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5396" y="3794760"/>
            <a:ext cx="348477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F2937"/>
                </a:solidFill>
                <a:latin typeface="Inter"/>
              </a:rPr>
              <a:t>I built this for builders. Tell me what's missing.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6B6B6B"/>
                </a:solidFill>
                <a:latin typeface="Inter"/>
              </a:rPr>
              <a:t>Raising a pre-seed privately. Happy to talk after dinner.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516636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53492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A0A0A"/>
                </a:solidFill>
                <a:latin typeface="JetBrains Mono"/>
              </a:rPr>
              <a:t>SHARIQ SHAUKAT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6B"/>
                </a:solidFill>
                <a:latin typeface="Inter"/>
              </a:rPr>
              <a:t>Solo founder · Three x402 products before this. Multiple hackathon wins.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A0A0A0"/>
                </a:solidFill>
                <a:latin typeface="JetBrains Mono"/>
              </a:rP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623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0A0A0A"/>
                </a:solidFill>
                <a:latin typeface="JetBrains Mono"/>
              </a:rPr>
              <a:t>kyvernlabs.com  ·  @shariqshkt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897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JetBrains Mono"/>
              </a:rPr>
              <a:t>shariqshaukat786@gmail.com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292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07 / 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A0A0A0"/>
                </a:solidFill>
                <a:latin typeface="JetBrains Mono"/>
              </a:rPr>
              <a:t>BUILD ON SOLANA WITH KAST · PAKISTAN · DEMO DAY 2026.06.02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